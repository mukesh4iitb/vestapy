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media/image1.tif" ContentType="image/tiff"/>
  <Override PartName="/ppt/media/image2.png" ContentType="image/png"/>
  <Override PartName="/ppt/media/image3.png" ContentType="image/png"/>
  <Override PartName="/ppt/media/image4.tif" ContentType="image/tiff"/>
  <Override PartName="/ppt/media/image5.tif" ContentType="image/tiff"/>
  <Override PartName="/ppt/media/image6.tif" ContentType="image/tiff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71" r:id="rId9"/>
    <p:sldMasterId id="2147483673" r:id="rId10"/>
    <p:sldMasterId id="2147483675" r:id="rId11"/>
    <p:sldMasterId id="2147483677" r:id="rId12"/>
    <p:sldMasterId id="2147483679" r:id="rId13"/>
  </p:sldMasterIdLst>
  <p:sldIdLst>
    <p:sldId id="256" r:id="rId14"/>
    <p:sldId id="257" r:id="rId1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7.xml"/><Relationship Id="rId13" Type="http://schemas.openxmlformats.org/officeDocument/2006/relationships/slideMaster" Target="slideMasters/slideMaster12.xml"/><Relationship Id="rId18" Type="http://schemas.openxmlformats.org/officeDocument/2006/relationships/customXml" Target="../customXml/item2.xml"/><Relationship Id="rId3" Type="http://schemas.openxmlformats.org/officeDocument/2006/relationships/slideMaster" Target="slideMasters/slideMaster2.xml"/><Relationship Id="rId7" Type="http://schemas.openxmlformats.org/officeDocument/2006/relationships/slideMaster" Target="slideMasters/slideMaster6.xml"/><Relationship Id="rId12" Type="http://schemas.openxmlformats.org/officeDocument/2006/relationships/slideMaster" Target="slideMasters/slideMaster11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5.xml"/><Relationship Id="rId11" Type="http://schemas.openxmlformats.org/officeDocument/2006/relationships/slideMaster" Target="slideMasters/slideMaster10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2.xml"/><Relationship Id="rId10" Type="http://schemas.openxmlformats.org/officeDocument/2006/relationships/slideMaster" Target="slideMasters/slideMaster9.xml"/><Relationship Id="rId19" Type="http://schemas.openxmlformats.org/officeDocument/2006/relationships/customXml" Target="../customXml/item3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4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A67E77-6EE7-4345-B315-00A4F3A91E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C57C00-FB2C-4475-BC12-3F785CB7A0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6FC39E9-7AC4-450E-A84B-EA55986417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BADBE81-945D-4C6F-A521-C9FFA1555B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B09AF5A-6098-4B01-933B-44A73DBE00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7418998-4115-4B97-A6C0-4F0EC6EAA9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7D01AA7-9A3E-49B3-8CB7-B50BC12617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7DEA914-E633-4AE8-8AF1-AC98179046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8BFFE62-8C45-4277-83A7-4775CCD060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74D4C73-A208-4FA6-9462-2C8CCDB1CB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457DFA9-212A-466C-808E-E309ED4331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9B51F14-87F6-4425-8BA4-D822B99ECB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304D118-1BD8-4025-BA3A-AEC359570C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F0C9318-F736-484B-957C-160BDBB087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7421BD0-9931-4290-826B-AF6AF2AF81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98544D3-F8CF-430E-9135-6EC1E01933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A4DD646-35D3-493A-B7E8-91E5BC0B8C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CEC1345-558F-449C-9CB7-49DCC3E513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F452561-48F9-4DD8-97EA-6465E2CD22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C529738-21E0-4D77-8C90-48772BA12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C5C4FB4-9894-45BC-AD03-FB145B47D3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7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9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20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065DF2-EB03-4561-8344-6D5BC29CD2E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951BB4-D0CF-43DA-9DB0-D3D1C117055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3E08FE-37B0-40D3-9931-DF250AEC3CD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EF419C-FAE6-44C3-B950-36E13ED81CF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E97D48-D625-4032-9A61-84E3DA4635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BB21E4-81EA-44A2-AE52-AF259B6C639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36F76C-4FC8-48C2-AE62-730FF45356C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22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23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78765B-5E3E-4139-9DC3-68521D47CF0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25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26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2826FD-17CD-4F50-847D-56740FB63CB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27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ftr" idx="28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29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B3F75F-7AE9-48F2-B279-34F7A5039C0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AAF9B6-D971-4E5A-89A4-B5638FAD670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7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18979D-E84A-42AF-8A12-AD0DED30F22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dt" idx="3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tif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tif"/><Relationship Id="rId5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tif"/><Relationship Id="rId2" Type="http://schemas.openxmlformats.org/officeDocument/2006/relationships/image" Target="../media/image6.tif"/><Relationship Id="rId3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421200" y="120600"/>
            <a:ext cx="9462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c9211e"/>
                </a:solidFill>
                <a:effectLst/>
                <a:uFillTx/>
                <a:latin typeface="Times New Roman"/>
                <a:ea typeface="DejaVu Sans"/>
              </a:rPr>
              <a:t>Changing atom colors based on external values including bader charges, magnetic moments etc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rcRect l="22885" t="12067" r="23815" b="13103"/>
          <a:stretch/>
        </p:blipFill>
        <p:spPr>
          <a:xfrm>
            <a:off x="5143320" y="1028520"/>
            <a:ext cx="3657240" cy="280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rcRect l="75984" t="3845" r="9423" b="4475"/>
          <a:stretch/>
        </p:blipFill>
        <p:spPr>
          <a:xfrm>
            <a:off x="9029520" y="1100520"/>
            <a:ext cx="836640" cy="26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 txBox="1"/>
          <p:nvPr/>
        </p:nvSpPr>
        <p:spPr>
          <a:xfrm>
            <a:off x="5752800" y="3892320"/>
            <a:ext cx="299988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SymLogNorm colors scalling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3"/>
          <a:srcRect l="74987" t="4160" r="10427" b="4160"/>
          <a:stretch/>
        </p:blipFill>
        <p:spPr>
          <a:xfrm>
            <a:off x="3898800" y="1076040"/>
            <a:ext cx="914400" cy="287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4"/>
          <a:srcRect l="32882" t="25168" r="33103" b="24945"/>
          <a:stretch/>
        </p:blipFill>
        <p:spPr>
          <a:xfrm>
            <a:off x="421200" y="1143360"/>
            <a:ext cx="342828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 txBox="1"/>
          <p:nvPr/>
        </p:nvSpPr>
        <p:spPr>
          <a:xfrm>
            <a:off x="713160" y="3892320"/>
            <a:ext cx="280908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PowerNorm colors scalling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421200" y="120600"/>
            <a:ext cx="9462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c9211e"/>
                </a:solidFill>
                <a:effectLst/>
                <a:uFillTx/>
                <a:latin typeface="Times New Roman"/>
                <a:ea typeface="DejaVu Sans"/>
              </a:rPr>
              <a:t>Changing atom colors based on external values including bader charges, magnetic moments etc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529200" y="1416960"/>
            <a:ext cx="2311560" cy="166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6199200" y="1515600"/>
            <a:ext cx="2553120" cy="182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3475800" y="554400"/>
            <a:ext cx="1420560" cy="48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Values.txt file: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-0.8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0.9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-0.7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0.68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-0.57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-0.8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0.9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-1.0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-0.7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0.7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0.3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-0.5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99920" y="3272400"/>
            <a:ext cx="17139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Initial vesta plot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318000" y="3380400"/>
            <a:ext cx="3199680" cy="84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Final vesta plot after including external data eg.  magnetic moments or bader charge etc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4A42DFBF2E745B7148E25C908EC9E" ma:contentTypeVersion="11" ma:contentTypeDescription="Create a new document." ma:contentTypeScope="" ma:versionID="f63a3c3df521e2c88427c3bd28e1573e">
  <xsd:schema xmlns:xsd="http://www.w3.org/2001/XMLSchema" xmlns:xs="http://www.w3.org/2001/XMLSchema" xmlns:p="http://schemas.microsoft.com/office/2006/metadata/properties" xmlns:ns2="c4ce3eee-2283-4af7-a21a-0bfa56b67a47" targetNamespace="http://schemas.microsoft.com/office/2006/metadata/properties" ma:root="true" ma:fieldsID="7b337e2d3685236691048d4e788f4a2b" ns2:_="">
    <xsd:import namespace="c4ce3eee-2283-4af7-a21a-0bfa56b67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e3eee-2283-4af7-a21a-0bfa56b67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24139a-a98a-45bc-9227-0bde236d49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ce3eee-2283-4af7-a21a-0bfa56b67a4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71FD9AA-9A16-4B7F-A545-791D22B16736}"/>
</file>

<file path=customXml/itemProps2.xml><?xml version="1.0" encoding="utf-8"?>
<ds:datastoreItem xmlns:ds="http://schemas.openxmlformats.org/officeDocument/2006/customXml" ds:itemID="{1276D113-71A7-44D5-AAAD-82837F93555D}"/>
</file>

<file path=customXml/itemProps3.xml><?xml version="1.0" encoding="utf-8"?>
<ds:datastoreItem xmlns:ds="http://schemas.openxmlformats.org/officeDocument/2006/customXml" ds:itemID="{471C04CC-0CBE-4FAF-B86A-3D52AD3EDF8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LibreOffice/25.2.0.3$Linux_X86_64 LibreOffice_project/e1cf4a87eb02d755bce1a01209907ea5ddc8f069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5</cp:revision>
  <cp:lastPrinted>2025-11-14T15:06:29Z</cp:lastPrinted>
  <dcterms:created xsi:type="dcterms:W3CDTF">2025-11-12T20:19:18Z</dcterms:created>
  <dcterms:modified xsi:type="dcterms:W3CDTF">2025-11-14T15:06:47Z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0x010100EF44A42DFBF2E745B7148E25C908EC9E</vt:lpwstr>
  </property>
</Properties>
</file>